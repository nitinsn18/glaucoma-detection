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01. Glaucoma Detection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AI-assisted screening web platform</a:t>
            </a:r>
          </a:p>
          <a:p>
            <a:pPr>
              <a:defRPr sz="2400"/>
            </a:pPr>
            <a:r>
              <a:t>Combines classification and optic disc/cup segmentation</a:t>
            </a:r>
          </a:p>
          <a:p>
            <a:pPr>
              <a:defRPr sz="2400"/>
            </a:pPr>
            <a:r>
              <a:t>Prepared for project overview and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Glaucoma can progress silently without early warning signs</a:t>
            </a:r>
          </a:p>
          <a:p>
            <a:pPr>
              <a:defRPr sz="2400"/>
            </a:pPr>
            <a:r>
              <a:t>Manual screening is time intensive and specialist dependent</a:t>
            </a:r>
          </a:p>
          <a:p>
            <a:pPr>
              <a:defRPr sz="2400"/>
            </a:pPr>
            <a:r>
              <a:t>Goal: fast, explainable, and repeatable preliminary screening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03. Dataset &amp;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Fundus retinal images from train/val/test folders</a:t>
            </a:r>
          </a:p>
          <a:p>
            <a:pPr>
              <a:defRPr sz="2400"/>
            </a:pPr>
            <a:r>
              <a:t>Binary class labels: glaucoma vs normal</a:t>
            </a:r>
          </a:p>
          <a:p>
            <a:pPr>
              <a:defRPr sz="2400"/>
            </a:pPr>
            <a:r>
              <a:t>Supports PNG/JPG/JPEG/BMP inputs in web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Flask backend for inference APIs and session-based auth</a:t>
            </a:r>
          </a:p>
          <a:p>
            <a:pPr>
              <a:defRPr sz="2400"/>
            </a:pPr>
            <a:r>
              <a:t>Frontend tabs: Single Image, Batch, Workplace, Logbook, History</a:t>
            </a:r>
          </a:p>
          <a:p>
            <a:pPr>
              <a:defRPr sz="2400"/>
            </a:pPr>
            <a:r>
              <a:t>Model pipeline: Input -&gt; Preprocess -&gt; Classify -&gt; Segment -&gt;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05. Classification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EfficientNet family used for glaucoma probability prediction</a:t>
            </a:r>
          </a:p>
          <a:p>
            <a:pPr>
              <a:defRPr sz="2400"/>
            </a:pPr>
            <a:r>
              <a:t>Outputs: prediction label, confidence, class probabilities</a:t>
            </a:r>
          </a:p>
          <a:p>
            <a:pPr>
              <a:defRPr sz="2400"/>
            </a:pPr>
            <a:r>
              <a:t>Metrics integrated into result card for quick interpretation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06. Segmentation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DeepLabV3+ (fallback compatible paths included)</a:t>
            </a:r>
          </a:p>
          <a:p>
            <a:pPr>
              <a:defRPr sz="2400"/>
            </a:pPr>
            <a:r>
              <a:t>Produces optic disc and cup masks + overlays</a:t>
            </a:r>
          </a:p>
          <a:p>
            <a:pPr>
              <a:defRPr sz="2400"/>
            </a:pPr>
            <a:r>
              <a:t>Visual explainability via masks and heatmaps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07. Clinical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Cup-to-disc structural cues surfaced in results</a:t>
            </a:r>
          </a:p>
          <a:p>
            <a:pPr>
              <a:defRPr sz="2400"/>
            </a:pPr>
            <a:r>
              <a:t>Confidence and recommendation shown in report panel</a:t>
            </a:r>
          </a:p>
          <a:p>
            <a:pPr>
              <a:defRPr sz="2400"/>
            </a:pPr>
            <a:r>
              <a:t>Workplace Flow acts as PPT-style guided pipeline explanation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08. Web 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Permanent login credentials: host / 123</a:t>
            </a:r>
          </a:p>
          <a:p>
            <a:pPr>
              <a:defRPr sz="2400"/>
            </a:pPr>
            <a:r>
              <a:t>Two-step single-analysis flow with optional patient details</a:t>
            </a:r>
          </a:p>
          <a:p>
            <a:pPr>
              <a:defRPr sz="2400"/>
            </a:pPr>
            <a:r>
              <a:t>Patient logbook persistence using JSONL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09. Operations &amp;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Batch processing endpoint for multiple images</a:t>
            </a:r>
          </a:p>
          <a:p>
            <a:pPr>
              <a:defRPr sz="2400"/>
            </a:pPr>
            <a:r>
              <a:t>Health status indicator and theme controls</a:t>
            </a:r>
          </a:p>
          <a:p>
            <a:pPr>
              <a:defRPr sz="2400"/>
            </a:pPr>
            <a:r>
              <a:t>CSV result download and history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Add model versioning and calibration dashboards</a:t>
            </a:r>
          </a:p>
          <a:p>
            <a:pPr>
              <a:defRPr sz="2400"/>
            </a:pPr>
            <a:r>
              <a:t>Integrate exportable PDF clinical report</a:t>
            </a:r>
          </a:p>
          <a:p>
            <a:pPr>
              <a:defRPr sz="2400"/>
            </a:pPr>
            <a:r>
              <a:t>Strengthen validation with external datasets and clinician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